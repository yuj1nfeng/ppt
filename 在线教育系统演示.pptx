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在线教育系统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功能模块完整演示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系统简介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238"/>
                </a:solidFill>
              </a:rPr>
              <a:t>系统概述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本系统是一套完整的在线教育管理平台，涵盖用户管理、课程管理、考试管理、题库管理、通知管理、积分商城等核心功能模块。系统采用现代化界面设计，操作便捷，功能完善。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38"/>
                </a:solidFill>
              </a:rPr>
              <a:t>八大核心功能模块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用户管理系统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课程管理系统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考试管理系统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题库管理系统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通知管理系统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积分商城系统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轮播图管理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✓ 系统设置与维护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功能模块导航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用户、积分、等级、角色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课程、分类、学习进度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考试管理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考试、成绩、主观评分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题库管理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题库创建与题目管理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🔔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通知管理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通知模板、公告发布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260604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0604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商品分类、商品列表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7548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5488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轮播图、证书、设置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90372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系统维护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0372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维护日志、操作记录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系统首页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统计分析仪表盘 - 数据可视化展示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2-首页-统计分析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3 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 - 用户列表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用户信息管理、搜索、编辑功能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3-用户管理-用户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4 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 - 积分管理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用户积分查询与调整功能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4-用户管理-积分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5 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 - 等级管理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用户等级体系配置与管理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5-用户管理-等级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6 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用户管理 - 角色管理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系统角色权限配置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6-用户管理-角色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7 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课程管理 - 课程列表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课程创建、编辑、发布管理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7-课程管理-课程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8 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课程管理 - 课程分类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课程分类体系管理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8-课程管理-课程分类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9 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课程管理 - 学习进度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学员学习进度跟踪统计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09-课程管理-学习进度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10 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考试管理 - 考试列表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考试安排与管理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0-考试管理-考试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11 页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考试管理 - 成绩管理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学员成绩查询与统计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1-考试管理-成绩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12 页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考试管理 - 主观题评分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主观题人工评分功能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2-考试管理-主观题评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13 页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题库创建与题目管理系统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3-题库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14 页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通知管理 - 通知模板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通知消息模板配置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4-通知管理-通知模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15 页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通知管理 - 公告管理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系统公告发布与管理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5-通知管理-公告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16 页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积分商城 - 商品分类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积分商品分类管理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6-积分商城-商品分类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17 页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积分商城 - 商品列表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积分商品上架与管理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7-积分商城-商品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18 页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 - 轮播图管理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首页轮播图配置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8-系统管理-轮播图管理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19 页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 - 证书模板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电子证书模板配置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19-系统管理-证书模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20 页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 - 系统设置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系统参数配置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20-系统管理-系统设置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21 页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 - 系统维护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系统维护与监控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21-系统管理-系统维护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22 页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系统管理 - 操作日志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系统操作记录审计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7772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root/test-screenshots/22-系统管理-操作日志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80160"/>
            <a:ext cx="768096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第 23 页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在线教育系统 - 功能完整演示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演示结束 · 谢谢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在线教育系统功能演示</dc:title>
  <dc:subject>PptxGenJS Presentation</dc:subject>
  <dc:creator>在线教育系统</dc:creator>
  <cp:lastModifiedBy>在线教育系统</cp:lastModifiedBy>
  <cp:revision>1</cp:revision>
  <dcterms:created xsi:type="dcterms:W3CDTF">2026-04-27T10:30:17Z</dcterms:created>
  <dcterms:modified xsi:type="dcterms:W3CDTF">2026-04-27T10:30:17Z</dcterms:modified>
</cp:coreProperties>
</file>